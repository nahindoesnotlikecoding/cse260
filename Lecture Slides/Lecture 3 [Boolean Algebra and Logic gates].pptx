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ono Medium"/>
      <p:regular r:id="rId49"/>
      <p:bold r:id="rId50"/>
      <p:italic r:id="rId51"/>
      <p:boldItalic r:id="rId52"/>
    </p:embeddedFont>
    <p:embeddedFont>
      <p:font typeface="Lexend Light"/>
      <p:regular r:id="rId53"/>
      <p:bold r:id="rId54"/>
    </p:embeddedFont>
    <p:embeddedFont>
      <p:font typeface="Lexend Medium"/>
      <p:regular r:id="rId55"/>
      <p:bold r:id="rId56"/>
    </p:embeddedFont>
    <p:embeddedFont>
      <p:font typeface="Lexen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E21C69-23F0-4008-9AD5-440925B2B546}">
  <a:tblStyle styleId="{9AE21C69-23F0-4008-9AD5-440925B2B5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943D8AC-3635-4380-9063-6B52ECC0F1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CC1DFD6-4CD8-4420-BAEF-197425788922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on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italic.fntdata"/><Relationship Id="rId50" Type="http://schemas.openxmlformats.org/officeDocument/2006/relationships/font" Target="fonts/RobotoMonoMedium-bold.fntdata"/><Relationship Id="rId53" Type="http://schemas.openxmlformats.org/officeDocument/2006/relationships/font" Target="fonts/LexendLight-regular.fntdata"/><Relationship Id="rId52" Type="http://schemas.openxmlformats.org/officeDocument/2006/relationships/font" Target="fonts/RobotoMon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LexendMedium-regular.fntdata"/><Relationship Id="rId10" Type="http://schemas.openxmlformats.org/officeDocument/2006/relationships/slide" Target="slides/slide4.xml"/><Relationship Id="rId54" Type="http://schemas.openxmlformats.org/officeDocument/2006/relationships/font" Target="fonts/LexendLight-bold.fntdata"/><Relationship Id="rId13" Type="http://schemas.openxmlformats.org/officeDocument/2006/relationships/slide" Target="slides/slide7.xml"/><Relationship Id="rId57" Type="http://schemas.openxmlformats.org/officeDocument/2006/relationships/font" Target="fonts/Lexend-regular.fntdata"/><Relationship Id="rId12" Type="http://schemas.openxmlformats.org/officeDocument/2006/relationships/slide" Target="slides/slide6.xml"/><Relationship Id="rId56" Type="http://schemas.openxmlformats.org/officeDocument/2006/relationships/font" Target="fonts/Lexend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Lexe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d68e66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d68e66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d68e66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d68e66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d2ac5f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1d2ac5f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d68e66d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d68e66d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d68e66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d68e66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d68e66d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d68e66d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1d68e66d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1d68e66d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1d68e66d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1d68e66d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d68e66d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d68e66d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1d68e66d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1d68e66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d68e66d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d68e66d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d68e66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1d68e66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1d68e66d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1d68e66d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1d68e66d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1d68e66d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1d68e66d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1d68e66d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1d68e66d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1d68e66d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1d68e66d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1d68e66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1d68e66d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1d68e66d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1d68e66d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61d68e66d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1d68e66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1d68e66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d68e66d9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d68e66d9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d68e66d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d68e66d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d68e66d9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d68e66d9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1d68e66d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61d68e66d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1d68e66d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61d68e66d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1d68e66d9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61d68e66d9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1d68e66d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61d68e66d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d68e66d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1d68e66d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1d68e66d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61d68e66d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61d68e66d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61d68e66d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1d68e66d9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61d68e66d9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61d68e66d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61d68e66d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1d68e66d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1d68e66d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1d68e66d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61d68e66d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61d68e66d9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61d68e66d9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61d68e66d9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61d68e66d9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1d68e66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1d68e66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61d68e66d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61d68e66d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61d68e66d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61d68e66d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eAuOqgT5lqM&amp;list=PLTlXQu_162Qg8-oRqv_iGYHSz2XrfUc51&amp;index=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3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Logic Gates &amp; 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999" y="2571750"/>
            <a:ext cx="6013999" cy="1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logic consists of binary variables and logical operations.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Variables are designated by letters such as A, B, C, x, y, z etc. with only 2 possible values: 1 and 0.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operations: and, or, not etc.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Logic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84" name="Google Shape;8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most basic digital devices are called gates.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gate has one or more inputs and produces an output that is a function of the current input values.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relationship between the input and the output is based on a certain logic.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Provides a listing of every possible combination of inputs and its corresponding outputs.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2574325" y="25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930325"/>
                <a:gridCol w="1728550"/>
              </a:tblGrid>
              <a:tr h="8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INPUTS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OUTPUTS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7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All 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1399300" y="10550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129300" y="10567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" name="Google Shape;121;p17"/>
          <p:cNvGraphicFramePr/>
          <p:nvPr/>
        </p:nvGraphicFramePr>
        <p:xfrm>
          <a:off x="2333175" y="15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2216425"/>
                <a:gridCol w="27037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NOT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Basic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Universal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Exclusive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0" name="Google Shape;130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only when both inputs are 1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A.B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560" y="1389575"/>
            <a:ext cx="2783040" cy="11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at least one input is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A+B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603" y="1389570"/>
            <a:ext cx="3199992" cy="12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6" name="Google Shape;16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NOT gate (Inverter)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7600" y="40653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the inverse of the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187400" y="19300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059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A’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400" y="1008575"/>
            <a:ext cx="2883200" cy="1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1" y="2564977"/>
            <a:ext cx="2883199" cy="119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87" name="Google Shape;187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354925" y="1557600"/>
            <a:ext cx="8399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NAND and NOR are also known as universal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universal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can implement any other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XOR and XNOR are known as Exclusive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outputs based on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input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Universal &amp; Exclusive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0" name="Google Shape;200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AND.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least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826725"/>
                <a:gridCol w="1008475"/>
                <a:gridCol w="100847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 </a:t>
                      </a: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775" y="1389575"/>
            <a:ext cx="3041550" cy="109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075" y="2575537"/>
            <a:ext cx="4136249" cy="1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9" name="Google Shape;21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OR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all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673175"/>
                <a:gridCol w="854950"/>
                <a:gridCol w="13155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(A+B)’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75" y="2761025"/>
            <a:ext cx="3926351" cy="10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525" y="1389569"/>
            <a:ext cx="3016800" cy="10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37" name="Google Shape;237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8" name="Google Shape;238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for odd number of 1s in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 you know that A⊕B and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A’B+AB’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A⊕B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825" y="1389575"/>
            <a:ext cx="2722625" cy="1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XOR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know that A⊙B and AB+A’B’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5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A⊙B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489" y="1389569"/>
            <a:ext cx="323711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28350" y="766838"/>
            <a:ext cx="8630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384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▪"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that:   x . (y + z) = (x . y) + (x . z)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(i) Construct truth table for LHS &amp; RHS of above equality.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Check that </a:t>
            </a:r>
            <a:r>
              <a:rPr lang="en" sz="2000">
                <a:solidFill>
                  <a:srgbClr val="3333FF"/>
                </a:solidFill>
                <a:latin typeface="Lexend"/>
                <a:ea typeface="Lexend"/>
                <a:cs typeface="Lexend"/>
                <a:sym typeface="Lexend"/>
              </a:rPr>
              <a:t>LHS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Postulate is SATISFIED because output column 5 &amp; 8 (for LHS &amp; RHS expressions) are equal for all cases.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5" name="Google Shape;275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Proof using 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679200" y="1421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382900"/>
                <a:gridCol w="382900"/>
                <a:gridCol w="382900"/>
                <a:gridCol w="948425"/>
                <a:gridCol w="1029725"/>
                <a:gridCol w="995650"/>
                <a:gridCol w="1004150"/>
                <a:gridCol w="2658950"/>
              </a:tblGrid>
              <a:tr h="27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y+z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x.(y+z)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(x.y)+(x.z)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7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291" name="Google Shape;291;p2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296" name="Google Shape;296;p27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7" name="Google Shape;297;p2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08" name="Google Shape;308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8"/>
          <p:cNvSpPr txBox="1"/>
          <p:nvPr/>
        </p:nvSpPr>
        <p:spPr>
          <a:xfrm>
            <a:off x="354925" y="1557600"/>
            <a:ext cx="8399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 any other deductive mathematical system, defined with a set of elements, a set of operators and a number of axioms or postulates.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Boolean algebra, set consists at least 2 variables say x &amp; y, with 2 binary operations {+} and {.} and 1 unary operation {‘}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23" name="Google Shape;323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9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Theorems can be proved using the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truth table method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(Exercise: Prove De-Morgan’s theorem using the truth table.)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also be proved by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algebraic manipulation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axioms/postulates or other basic theorems.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6" name="Google Shape;336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209775" y="163775"/>
            <a:ext cx="904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exend"/>
                <a:ea typeface="Lexend"/>
                <a:cs typeface="Lexend"/>
                <a:sym typeface="Lexend"/>
              </a:rPr>
              <a:t>Postulates and Theorems of Boolean Algebra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2" name="Google Shape;342;p30"/>
          <p:cNvGraphicFramePr/>
          <p:nvPr/>
        </p:nvGraphicFramePr>
        <p:xfrm>
          <a:off x="111900" y="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{8943D8AC-3635-4380-9063-6B52ECC0F198}</a:tableStyleId>
              </a:tblPr>
              <a:tblGrid>
                <a:gridCol w="2571025"/>
                <a:gridCol w="2351400"/>
                <a:gridCol w="246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2: Identity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+ 0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1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3: Commutative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y = y +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y = y .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4: Distributive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x(y+z) = xy + xz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+ yz = (x+y).(x+z)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5: Complement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x’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x’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1: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2: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+ 1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0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3: Involution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(x’)’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4: Associative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x+(y+z) = (x+y) +z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x.(y.z) = (x.y).z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5: DeMorgan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(x + y)’ = x’ .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(xy)’ = x’ +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6: Absorption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xy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 (x + y)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0"/>
          <p:cNvSpPr/>
          <p:nvPr/>
        </p:nvSpPr>
        <p:spPr>
          <a:xfrm>
            <a:off x="7007675" y="2871100"/>
            <a:ext cx="2139505" cy="103037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</a:rPr>
              <a:t>All are very very important!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54" name="Google Shape;354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55850" y="1392550"/>
            <a:ext cx="8440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300"/>
              <a:buFont typeface="Lexend"/>
              <a:buChar char="●"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Theorem 2a can be proved by: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x + 1= x+(x+x’)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(x+x)+x’                  (Th. 4)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 x+x’          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1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By duality, theorem 2b: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           x.(0)= 0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1700">
                <a:latin typeface="Lexend"/>
                <a:ea typeface="Lexend"/>
                <a:cs typeface="Lexend"/>
                <a:sym typeface="Lexend"/>
              </a:rPr>
              <a:t>Note: There can be other ways of making this proof. See Morris Mano</a:t>
            </a:r>
            <a:endParaRPr i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32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69" name="Google Shape;369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2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355850" y="1392550"/>
            <a:ext cx="8440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00"/>
              <a:buFont typeface="Lexend"/>
              <a:buChar char="●"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Theorem 6a (absorption) can be proved by: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x + x.y = x.1 + x.y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x.(1 + y)      (distributivity)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x.(y + 1)      (commutativity)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x.1              (Theorem 2a)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            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By duality, theorem 6b: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x.(x+y) = 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Try prove this by algebraic manipulation.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0" y="811796"/>
            <a:ext cx="3551473" cy="4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0" y="299302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328350" y="766838"/>
            <a:ext cx="863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Principle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every valid Boolean expression (equality) remains valid if the operators and identity elements are interchanged, as follows: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+ ↔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1 ↔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Given the expression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a + (b.c) = (a+b).(a+c)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then its dual expression 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. (b+c) = (a.b) + (a.c)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8350" y="766838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gives free theorems –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“two for the price of one”. 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prove one theorem and the other comes for free!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(x+y+z)' = x'.y.'z' is valid, 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(x.y.z)' = x'+y'+z’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+ 1 = 1 is valid,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x . 0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0" name="Google Shape;400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Operator Precedence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35"/>
          <p:cNvGrpSpPr/>
          <p:nvPr/>
        </p:nvGrpSpPr>
        <p:grpSpPr>
          <a:xfrm>
            <a:off x="1373390" y="1040993"/>
            <a:ext cx="3640837" cy="3367717"/>
            <a:chOff x="-1501353" y="1063177"/>
            <a:chExt cx="1717700" cy="1154158"/>
          </a:xfrm>
        </p:grpSpPr>
        <p:sp>
          <p:nvSpPr>
            <p:cNvPr id="421" name="Google Shape;421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C8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OR</a:t>
              </a:r>
              <a:endParaRPr sz="2400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-1501353" y="1612936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9B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-1501353" y="1337637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NOT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-1501353" y="1063177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Parenthesis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35"/>
          <p:cNvSpPr/>
          <p:nvPr/>
        </p:nvSpPr>
        <p:spPr>
          <a:xfrm>
            <a:off x="5915025" y="131515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6981825" y="13151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6981825" y="34868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57202" y="1202846"/>
            <a:ext cx="8437500" cy="3521100"/>
          </a:xfrm>
          <a:prstGeom prst="roundRect">
            <a:avLst>
              <a:gd fmla="val 392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354524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613009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60400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427350" y="1281750"/>
            <a:ext cx="277873" cy="68400"/>
            <a:chOff x="520925" y="1460325"/>
            <a:chExt cx="277873" cy="68400"/>
          </a:xfrm>
        </p:grpSpPr>
        <p:sp>
          <p:nvSpPr>
            <p:cNvPr id="441" name="Google Shape;441;p3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6"/>
          <p:cNvSpPr txBox="1"/>
          <p:nvPr/>
        </p:nvSpPr>
        <p:spPr>
          <a:xfrm>
            <a:off x="209775" y="316175"/>
            <a:ext cx="8584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Simplification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960400" y="3312975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Using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Boolean Algebra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545250" y="33094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K-Map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(Lecture 5)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30100" y="33076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Tabulation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(Self-Study)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simply a boolean function in the following ways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328350" y="766838"/>
            <a:ext cx="8630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F1= xyz'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" sz="2400">
                <a:solidFill>
                  <a:srgbClr val="000080"/>
                </a:solidFill>
                <a:latin typeface="Lexend"/>
                <a:ea typeface="Lexend"/>
                <a:cs typeface="Lexend"/>
                <a:sym typeface="Lexend"/>
              </a:rPr>
              <a:t> F2= x + y'z</a:t>
            </a:r>
            <a:endParaRPr sz="2400">
              <a:solidFill>
                <a:srgbClr val="000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F3=(x'y'z)+(x'yz)+(xy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')</a:t>
            </a:r>
            <a:endParaRPr sz="2400">
              <a:solidFill>
                <a:srgbClr val="C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F4=xy'+x'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truth table,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also prove by algebraic manipulation that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8" name="Google Shape;458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062200" y="10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{9AE21C69-23F0-4008-9AD5-440925B2B546}</a:tableStyleId>
              </a:tblPr>
              <a:tblGrid>
                <a:gridCol w="544450"/>
                <a:gridCol w="544450"/>
                <a:gridCol w="544450"/>
                <a:gridCol w="544450"/>
                <a:gridCol w="544450"/>
                <a:gridCol w="544450"/>
                <a:gridCol w="631500"/>
              </a:tblGrid>
              <a:tr h="32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F1</a:t>
                      </a:r>
                      <a:endParaRPr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F2</a:t>
                      </a:r>
                      <a:endParaRPr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F3</a:t>
                      </a:r>
                      <a:endParaRPr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F4</a:t>
                      </a:r>
                      <a:endParaRPr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3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453925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1" name="Google Shape;4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>
            <a:off x="328350" y="766912"/>
            <a:ext cx="8630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F3=(x'y'z)+(x'yz)+(xy') and F4=xy'+x'z, prove F3=F4 by algebraic manipulation.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F3=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(x'y'z)+(x'yz)+(xy')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=x’z(y’+y)+xy’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=x’z(1)+xy’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=F4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4" name="Google Shape;47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5" name="Google Shape;47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08" y="1176086"/>
            <a:ext cx="5560390" cy="3100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89" name="Google Shape;489;p39"/>
          <p:cNvSpPr txBox="1"/>
          <p:nvPr/>
        </p:nvSpPr>
        <p:spPr>
          <a:xfrm>
            <a:off x="328350" y="766912"/>
            <a:ext cx="863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a)Simplify to minimum literals:   xy+xy’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b)Reduce to 6 literals:   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equations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1" name="Google Shape;491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7" name="Google Shape;4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951" y="1840079"/>
            <a:ext cx="5062201" cy="2823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04" name="Google Shape;50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6" name="Google Shape;506;p40"/>
          <p:cNvSpPr txBox="1"/>
          <p:nvPr/>
        </p:nvSpPr>
        <p:spPr>
          <a:xfrm>
            <a:off x="328350" y="766912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xy+xy’   =x(y+y’)   =x(1)   =x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=BC(1+D)+AC’+AB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=BC+AB+AC’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=B(C+A)+AC’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   =(x+x’).(x+y)   =1.(x+y)   =x+y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   =xx’+xy   =0+xy   =xy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   =x’z(y’+y)+xy’   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7" name="Google Shape;507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8" name="Google Shape;508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5598334" y="2158068"/>
            <a:ext cx="3360177" cy="1797224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FF6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Try Proving Using Truth Table!!!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0" name="Google Shape;5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22" name="Google Shape;522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5617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328350" y="766838"/>
            <a:ext cx="8630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dual of the function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F1= x’yz’+x’y’z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 of the function F1 is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(x’+y+z’).(x’+y’+z)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literal=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F1’= 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4" name="Google Shape;524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5" name="Google Shape;525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41"/>
          <p:cNvSpPr txBox="1"/>
          <p:nvPr/>
        </p:nvSpPr>
        <p:spPr>
          <a:xfrm>
            <a:off x="240250" y="168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Complementing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5667375" y="186710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Same as applying De-Morgan’s law on the function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98982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38" name="Google Shape;5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0" name="Google Shape;540;p42"/>
          <p:cNvSpPr txBox="1"/>
          <p:nvPr/>
        </p:nvSpPr>
        <p:spPr>
          <a:xfrm>
            <a:off x="328350" y="766912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complement of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F2=x(y’z’+yz)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Duality: x+(y’+z’)(y+z)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2: Complement=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F2’ =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1" name="Google Shape;541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2" name="Google Shape;542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5" name="Google Shape;545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5" name="Google Shape;555;p43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Boolean expression to a minimum number literals: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 + y)(x + y′)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(AB)′(A′ + B)(B′ + B)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(A + C)(AD + AD′) + AC + C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6" name="Google Shape;556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7" name="Google Shape;557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 = x ( y+y′)= x.1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(x+y)(x+y′) = xx + xy′ + yx+yy′ = x + xy′ + xy + 0 = x (1+ y′ + y) = x.1=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 (x+y)(x+y′) =x+ yy′ = x + 0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 = xy(z+z′) + x′y = xy +x′y = y(x+x′)=y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(A+B)′(A′+B′)′= (A′B′).(AB)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A′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A + C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1" name="Google Shape;571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2" name="Google Shape;572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 [Solution]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5" name="Google Shape;585;p45"/>
          <p:cNvSpPr txBox="1"/>
          <p:nvPr/>
        </p:nvSpPr>
        <p:spPr>
          <a:xfrm>
            <a:off x="328350" y="766912"/>
            <a:ext cx="8630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complement of the following expressions: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xy′+x′y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(AB′+C)D′+E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(x+y′+z)(x′+z′)(x+y)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6" name="Google Shape;586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7" name="Google Shape;587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03607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0" name="Google Shape;600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01" name="Google Shape;601;p46"/>
          <p:cNvSpPr txBox="1"/>
          <p:nvPr/>
        </p:nvSpPr>
        <p:spPr>
          <a:xfrm>
            <a:off x="328350" y="766912"/>
            <a:ext cx="86307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[xy′+x′y]′ = (xy′)′ . (x′y)′ = (x′+y).(x+y′) = xx′ + yy′ + xy+x’y’=xy+x’y’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[(AB′+C)D′+E]′ = [(AB′+C)D′]′.E′ = [(AB′+C)′+D] . E′= [(A′+B).C′ +D].E′ =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(A′+B+D).(C′+D).E′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[(x+y′+z)(x′+z′)(x+y)]′ = (x+y′+z)′+(x′+z′)′+(x+y)′= x′yz′ + xz + x′y′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2" name="Google Shape;602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3" name="Google Shape;603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202875" y="4170600"/>
            <a:ext cx="8772000" cy="5919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If the question doesn’t ask you to simplify,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 then you don’t need to simplify after complement.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8" name="Google Shape;618;p47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619" name="Google Shape;619;p4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624" name="Google Shape;624;p47"/>
          <p:cNvSpPr/>
          <p:nvPr/>
        </p:nvSpPr>
        <p:spPr>
          <a:xfrm>
            <a:off x="6680591" y="28450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5" name="Google Shape;625;p4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Using NAND and NOR to Build Other Gates and Functions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1" name="Google Shape;631;p48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{3CC1DFD6-4CD8-4420-BAEF-197425788922}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32" name="Google Shape;6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4" name="Google Shape;634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5" name="Google Shape;635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8" name="Google Shape;638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1" name="Google Shape;641;p48"/>
          <p:cNvGrpSpPr/>
          <p:nvPr/>
        </p:nvGrpSpPr>
        <p:grpSpPr>
          <a:xfrm>
            <a:off x="6780432" y="878775"/>
            <a:ext cx="1615600" cy="579219"/>
            <a:chOff x="7202263" y="5190208"/>
            <a:chExt cx="1360849" cy="614100"/>
          </a:xfrm>
        </p:grpSpPr>
        <p:sp>
          <p:nvSpPr>
            <p:cNvPr id="642" name="Google Shape;64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3" name="Google Shape;64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4" name="Google Shape;64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5" name="Google Shape;64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6" name="Google Shape;64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48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8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8395875" y="847175"/>
            <a:ext cx="7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0" name="Google Shape;650;p48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48"/>
          <p:cNvCxnSpPr/>
          <p:nvPr/>
        </p:nvCxnSpPr>
        <p:spPr>
          <a:xfrm rot="10800000">
            <a:off x="5509625" y="1892525"/>
            <a:ext cx="0" cy="26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2" name="Google Shape;652;p48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653" name="Google Shape;653;p48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4" name="Google Shape;654;p48"/>
            <p:cNvCxnSpPr/>
            <p:nvPr/>
          </p:nvCxnSpPr>
          <p:spPr>
            <a:xfrm>
              <a:off x="1434448" y="2051304"/>
              <a:ext cx="450649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5" name="Google Shape;655;p48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48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48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48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48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62" name="Google Shape;662;p48"/>
          <p:cNvGrpSpPr/>
          <p:nvPr/>
        </p:nvGrpSpPr>
        <p:grpSpPr>
          <a:xfrm>
            <a:off x="1434446" y="2709976"/>
            <a:ext cx="1562836" cy="462576"/>
            <a:chOff x="1752600" y="519953"/>
            <a:chExt cx="1573853" cy="528900"/>
          </a:xfrm>
        </p:grpSpPr>
        <p:sp>
          <p:nvSpPr>
            <p:cNvPr id="663" name="Google Shape;663;p48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4" name="Google Shape;664;p48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5" name="Google Shape;665;p48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6" name="Google Shape;666;p48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7" name="Google Shape;667;p48"/>
          <p:cNvSpPr txBox="1"/>
          <p:nvPr/>
        </p:nvSpPr>
        <p:spPr>
          <a:xfrm>
            <a:off x="1099527" y="264476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48"/>
          <p:cNvSpPr txBox="1"/>
          <p:nvPr/>
        </p:nvSpPr>
        <p:spPr>
          <a:xfrm>
            <a:off x="1109359" y="28648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8"/>
          <p:cNvSpPr txBox="1"/>
          <p:nvPr/>
        </p:nvSpPr>
        <p:spPr>
          <a:xfrm>
            <a:off x="3007906" y="27811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1107636" y="3755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8"/>
          <p:cNvSpPr txBox="1"/>
          <p:nvPr/>
        </p:nvSpPr>
        <p:spPr>
          <a:xfrm>
            <a:off x="1121636" y="4019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2985260" y="3869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73" name="Google Shape;673;p48"/>
          <p:cNvGrpSpPr/>
          <p:nvPr/>
        </p:nvGrpSpPr>
        <p:grpSpPr>
          <a:xfrm>
            <a:off x="5505020" y="1741837"/>
            <a:ext cx="1562799" cy="579219"/>
            <a:chOff x="7202263" y="5190208"/>
            <a:chExt cx="1360849" cy="614100"/>
          </a:xfrm>
        </p:grpSpPr>
        <p:sp>
          <p:nvSpPr>
            <p:cNvPr id="674" name="Google Shape;67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5" name="Google Shape;67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6" name="Google Shape;67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8" name="Google Shape;67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48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7093743" y="1846801"/>
            <a:ext cx="91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48"/>
          <p:cNvSpPr txBox="1"/>
          <p:nvPr/>
        </p:nvSpPr>
        <p:spPr>
          <a:xfrm>
            <a:off x="78679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48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8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5140123" y="2624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5" name="Google Shape;685;p48"/>
          <p:cNvGrpSpPr/>
          <p:nvPr/>
        </p:nvGrpSpPr>
        <p:grpSpPr>
          <a:xfrm>
            <a:off x="5219791" y="2702913"/>
            <a:ext cx="1814444" cy="579219"/>
            <a:chOff x="7892240" y="3414547"/>
            <a:chExt cx="1655062" cy="579219"/>
          </a:xfrm>
        </p:grpSpPr>
        <p:cxnSp>
          <p:nvCxnSpPr>
            <p:cNvPr id="686" name="Google Shape;686;p48"/>
            <p:cNvCxnSpPr/>
            <p:nvPr/>
          </p:nvCxnSpPr>
          <p:spPr>
            <a:xfrm>
              <a:off x="7892240" y="369921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7" name="Google Shape;687;p48"/>
            <p:cNvCxnSpPr/>
            <p:nvPr/>
          </p:nvCxnSpPr>
          <p:spPr>
            <a:xfrm rot="10800000">
              <a:off x="8322719" y="3564984"/>
              <a:ext cx="0" cy="263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8" name="Google Shape;688;p48"/>
            <p:cNvGrpSpPr/>
            <p:nvPr/>
          </p:nvGrpSpPr>
          <p:grpSpPr>
            <a:xfrm>
              <a:off x="8319272" y="3414547"/>
              <a:ext cx="1228030" cy="579219"/>
              <a:chOff x="7202263" y="5190208"/>
              <a:chExt cx="1360849" cy="614100"/>
            </a:xfrm>
          </p:grpSpPr>
          <p:sp>
            <p:nvSpPr>
              <p:cNvPr id="689" name="Google Shape;689;p48"/>
              <p:cNvSpPr/>
              <p:nvPr/>
            </p:nvSpPr>
            <p:spPr>
              <a:xfrm>
                <a:off x="7632667" y="5190208"/>
                <a:ext cx="434100" cy="614100"/>
              </a:xfrm>
              <a:prstGeom prst="flowChartDelay">
                <a:avLst/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0" name="Google Shape;690;p48"/>
              <p:cNvCxnSpPr/>
              <p:nvPr/>
            </p:nvCxnSpPr>
            <p:spPr>
              <a:xfrm>
                <a:off x="7205391" y="5369506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48"/>
              <p:cNvCxnSpPr/>
              <p:nvPr/>
            </p:nvCxnSpPr>
            <p:spPr>
              <a:xfrm>
                <a:off x="7202263" y="5608397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48"/>
              <p:cNvCxnSpPr/>
              <p:nvPr/>
            </p:nvCxnSpPr>
            <p:spPr>
              <a:xfrm>
                <a:off x="8135912" y="5497800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3" name="Google Shape;693;p48"/>
              <p:cNvSpPr/>
              <p:nvPr/>
            </p:nvSpPr>
            <p:spPr>
              <a:xfrm>
                <a:off x="8071318" y="5441774"/>
                <a:ext cx="67500" cy="111000"/>
              </a:xfrm>
              <a:prstGeom prst="flowChartConnector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4" name="Google Shape;694;p48"/>
          <p:cNvSpPr txBox="1"/>
          <p:nvPr/>
        </p:nvSpPr>
        <p:spPr>
          <a:xfrm>
            <a:off x="7110463" y="2781438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5" name="Google Shape;695;p48"/>
          <p:cNvSpPr txBox="1"/>
          <p:nvPr/>
        </p:nvSpPr>
        <p:spPr>
          <a:xfrm>
            <a:off x="7964913" y="2781438"/>
            <a:ext cx="54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6" name="Google Shape;696;p48"/>
          <p:cNvGrpSpPr/>
          <p:nvPr/>
        </p:nvGrpSpPr>
        <p:grpSpPr>
          <a:xfrm>
            <a:off x="4100087" y="3619700"/>
            <a:ext cx="1512139" cy="386100"/>
            <a:chOff x="3888555" y="4862484"/>
            <a:chExt cx="1251667" cy="386100"/>
          </a:xfrm>
        </p:grpSpPr>
        <p:cxnSp>
          <p:nvCxnSpPr>
            <p:cNvPr id="697" name="Google Shape;697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8" name="Google Shape;698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9" name="Google Shape;699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0" name="Google Shape;700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1" name="Google Shape;701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2" name="Google Shape;702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3" name="Google Shape;703;p48"/>
            <p:cNvCxnSpPr/>
            <p:nvPr/>
          </p:nvCxnSpPr>
          <p:spPr>
            <a:xfrm rot="10800000">
              <a:off x="4187631" y="4957734"/>
              <a:ext cx="0" cy="18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04" name="Google Shape;704;p48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4083483" y="4194575"/>
            <a:ext cx="1528786" cy="386100"/>
            <a:chOff x="3888555" y="4862484"/>
            <a:chExt cx="1251667" cy="386100"/>
          </a:xfrm>
        </p:grpSpPr>
        <p:cxnSp>
          <p:nvCxnSpPr>
            <p:cNvPr id="706" name="Google Shape;706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7" name="Google Shape;707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8" name="Google Shape;708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9" name="Google Shape;709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0" name="Google Shape;710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1" name="Google Shape;711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48"/>
            <p:cNvCxnSpPr/>
            <p:nvPr/>
          </p:nvCxnSpPr>
          <p:spPr>
            <a:xfrm rot="10800000">
              <a:off x="4187631" y="4957434"/>
              <a:ext cx="0" cy="186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3" name="Google Shape;713;p48"/>
          <p:cNvSpPr txBox="1"/>
          <p:nvPr/>
        </p:nvSpPr>
        <p:spPr>
          <a:xfrm>
            <a:off x="5392307" y="35149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p48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48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6" name="Google Shape;716;p48"/>
          <p:cNvCxnSpPr/>
          <p:nvPr/>
        </p:nvCxnSpPr>
        <p:spPr>
          <a:xfrm>
            <a:off x="5612175" y="3793325"/>
            <a:ext cx="0" cy="18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48"/>
          <p:cNvCxnSpPr/>
          <p:nvPr/>
        </p:nvCxnSpPr>
        <p:spPr>
          <a:xfrm>
            <a:off x="5607175" y="4166600"/>
            <a:ext cx="0" cy="239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8" name="Google Shape;718;p48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48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(A’)’+(B’)’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p48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1" name="Google Shape;721;p48"/>
          <p:cNvGrpSpPr/>
          <p:nvPr/>
        </p:nvGrpSpPr>
        <p:grpSpPr>
          <a:xfrm>
            <a:off x="5601651" y="3790700"/>
            <a:ext cx="1462913" cy="579219"/>
            <a:chOff x="7202263" y="5190208"/>
            <a:chExt cx="1360849" cy="614100"/>
          </a:xfrm>
        </p:grpSpPr>
        <p:sp>
          <p:nvSpPr>
            <p:cNvPr id="722" name="Google Shape;72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3" name="Google Shape;72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6" name="Google Shape;72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48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8" name="Google Shape;728;p48"/>
          <p:cNvGrpSpPr/>
          <p:nvPr/>
        </p:nvGrpSpPr>
        <p:grpSpPr>
          <a:xfrm>
            <a:off x="4134171" y="2697550"/>
            <a:ext cx="1562799" cy="579219"/>
            <a:chOff x="7202263" y="5190208"/>
            <a:chExt cx="1360849" cy="614100"/>
          </a:xfrm>
        </p:grpSpPr>
        <p:sp>
          <p:nvSpPr>
            <p:cNvPr id="729" name="Google Shape;729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0" name="Google Shape;730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3" name="Google Shape;733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48"/>
          <p:cNvGrpSpPr/>
          <p:nvPr/>
        </p:nvGrpSpPr>
        <p:grpSpPr>
          <a:xfrm>
            <a:off x="1422270" y="3822975"/>
            <a:ext cx="1562783" cy="502197"/>
            <a:chOff x="1422270" y="3822975"/>
            <a:chExt cx="1562783" cy="502197"/>
          </a:xfrm>
        </p:grpSpPr>
        <p:cxnSp>
          <p:nvCxnSpPr>
            <p:cNvPr id="735" name="Google Shape;735;p48"/>
            <p:cNvCxnSpPr/>
            <p:nvPr/>
          </p:nvCxnSpPr>
          <p:spPr>
            <a:xfrm>
              <a:off x="2435145" y="4053479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48"/>
            <p:cNvCxnSpPr/>
            <p:nvPr/>
          </p:nvCxnSpPr>
          <p:spPr>
            <a:xfrm>
              <a:off x="1427905" y="393488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48"/>
            <p:cNvCxnSpPr/>
            <p:nvPr/>
          </p:nvCxnSpPr>
          <p:spPr>
            <a:xfrm>
              <a:off x="1422270" y="419731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8" name="Google Shape;738;p48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9" name="Google Shape;739;p48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5" name="Google Shape;745;p49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{3CC1DFD6-4CD8-4420-BAEF-197425788922}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46" name="Google Shape;7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8" name="Google Shape;748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9" name="Google Shape;749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2" name="Google Shape;752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8314850" y="955500"/>
            <a:ext cx="75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58" name="Google Shape;758;p49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9" name="Google Shape;759;p49"/>
          <p:cNvCxnSpPr/>
          <p:nvPr/>
        </p:nvCxnSpPr>
        <p:spPr>
          <a:xfrm rot="10800000">
            <a:off x="5509625" y="1864025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0" name="Google Shape;760;p49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761" name="Google Shape;761;p49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2" name="Google Shape;762;p49"/>
            <p:cNvCxnSpPr/>
            <p:nvPr/>
          </p:nvCxnSpPr>
          <p:spPr>
            <a:xfrm>
              <a:off x="1434448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3" name="Google Shape;763;p49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4" name="Google Shape;764;p49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49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9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49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9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1107636" y="2612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49"/>
          <p:cNvSpPr txBox="1"/>
          <p:nvPr/>
        </p:nvSpPr>
        <p:spPr>
          <a:xfrm>
            <a:off x="1121636" y="2876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49"/>
          <p:cNvSpPr txBox="1"/>
          <p:nvPr/>
        </p:nvSpPr>
        <p:spPr>
          <a:xfrm>
            <a:off x="2985260" y="2726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49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49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5005473" y="2615175"/>
            <a:ext cx="78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5392307" y="34387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1" name="Google Shape;781;p49"/>
          <p:cNvCxnSpPr/>
          <p:nvPr/>
        </p:nvCxnSpPr>
        <p:spPr>
          <a:xfrm>
            <a:off x="5612050" y="3737275"/>
            <a:ext cx="0" cy="20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5607175" y="4166825"/>
            <a:ext cx="0" cy="18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3" name="Google Shape;783;p49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(A’+B’)’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49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49"/>
          <p:cNvGrpSpPr/>
          <p:nvPr/>
        </p:nvGrpSpPr>
        <p:grpSpPr>
          <a:xfrm>
            <a:off x="1422270" y="2679975"/>
            <a:ext cx="1562775" cy="502197"/>
            <a:chOff x="1422270" y="3822975"/>
            <a:chExt cx="1562775" cy="502197"/>
          </a:xfrm>
        </p:grpSpPr>
        <p:cxnSp>
          <p:nvCxnSpPr>
            <p:cNvPr id="788" name="Google Shape;788;p49"/>
            <p:cNvCxnSpPr/>
            <p:nvPr/>
          </p:nvCxnSpPr>
          <p:spPr>
            <a:xfrm>
              <a:off x="2435145" y="4053479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9" name="Google Shape;789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0" name="Google Shape;790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1" name="Google Shape;791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2" name="Google Shape;792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3" name="Google Shape;793;p49"/>
          <p:cNvGrpSpPr/>
          <p:nvPr/>
        </p:nvGrpSpPr>
        <p:grpSpPr>
          <a:xfrm>
            <a:off x="6752082" y="890450"/>
            <a:ext cx="1562918" cy="502197"/>
            <a:chOff x="6752082" y="890450"/>
            <a:chExt cx="1562918" cy="502197"/>
          </a:xfrm>
        </p:grpSpPr>
        <p:grpSp>
          <p:nvGrpSpPr>
            <p:cNvPr id="794" name="Google Shape;794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795" name="Google Shape;795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8" name="Google Shape;798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99" name="Google Shape;799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0" name="Google Shape;800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9"/>
          <p:cNvGrpSpPr/>
          <p:nvPr/>
        </p:nvGrpSpPr>
        <p:grpSpPr>
          <a:xfrm>
            <a:off x="5505407" y="1767238"/>
            <a:ext cx="1562918" cy="502197"/>
            <a:chOff x="6752082" y="890450"/>
            <a:chExt cx="1562918" cy="502197"/>
          </a:xfrm>
        </p:grpSpPr>
        <p:grpSp>
          <p:nvGrpSpPr>
            <p:cNvPr id="802" name="Google Shape;802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03" name="Google Shape;803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" name="Google Shape;804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" name="Google Shape;805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6" name="Google Shape;806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7" name="Google Shape;807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8" name="Google Shape;808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9" name="Google Shape;809;p49"/>
          <p:cNvGrpSpPr/>
          <p:nvPr/>
        </p:nvGrpSpPr>
        <p:grpSpPr>
          <a:xfrm>
            <a:off x="4066420" y="2754175"/>
            <a:ext cx="1562918" cy="502197"/>
            <a:chOff x="6752082" y="890450"/>
            <a:chExt cx="1562918" cy="502197"/>
          </a:xfrm>
        </p:grpSpPr>
        <p:grpSp>
          <p:nvGrpSpPr>
            <p:cNvPr id="810" name="Google Shape;810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11" name="Google Shape;811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2" name="Google Shape;812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" name="Google Shape;813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4" name="Google Shape;814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15" name="Google Shape;815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6" name="Google Shape;816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7" name="Google Shape;817;p49"/>
          <p:cNvCxnSpPr/>
          <p:nvPr/>
        </p:nvCxnSpPr>
        <p:spPr>
          <a:xfrm>
            <a:off x="5629850" y="2837350"/>
            <a:ext cx="0" cy="28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8" name="Google Shape;818;p49"/>
          <p:cNvGrpSpPr/>
          <p:nvPr/>
        </p:nvGrpSpPr>
        <p:grpSpPr>
          <a:xfrm>
            <a:off x="5629357" y="2743138"/>
            <a:ext cx="1562918" cy="502197"/>
            <a:chOff x="6752082" y="890450"/>
            <a:chExt cx="1562918" cy="502197"/>
          </a:xfrm>
        </p:grpSpPr>
        <p:grpSp>
          <p:nvGrpSpPr>
            <p:cNvPr id="819" name="Google Shape;81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20" name="Google Shape;82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" name="Google Shape;82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23" name="Google Shape;82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24" name="Google Shape;82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5" name="Google Shape;82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6" name="Google Shape;826;p49"/>
          <p:cNvSpPr txBox="1"/>
          <p:nvPr/>
        </p:nvSpPr>
        <p:spPr>
          <a:xfrm>
            <a:off x="7093754" y="1846800"/>
            <a:ext cx="137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49"/>
          <p:cNvSpPr txBox="1"/>
          <p:nvPr/>
        </p:nvSpPr>
        <p:spPr>
          <a:xfrm>
            <a:off x="79441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49"/>
          <p:cNvSpPr txBox="1"/>
          <p:nvPr/>
        </p:nvSpPr>
        <p:spPr>
          <a:xfrm>
            <a:off x="7110483" y="2781450"/>
            <a:ext cx="185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((A+B)’)’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49"/>
          <p:cNvSpPr txBox="1"/>
          <p:nvPr/>
        </p:nvSpPr>
        <p:spPr>
          <a:xfrm>
            <a:off x="8083278" y="277992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0" name="Google Shape;830;p49"/>
          <p:cNvCxnSpPr/>
          <p:nvPr/>
        </p:nvCxnSpPr>
        <p:spPr>
          <a:xfrm>
            <a:off x="4073900" y="3786200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49"/>
          <p:cNvCxnSpPr/>
          <p:nvPr/>
        </p:nvCxnSpPr>
        <p:spPr>
          <a:xfrm rot="10800000">
            <a:off x="4270831" y="3623896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2" name="Google Shape;832;p49"/>
          <p:cNvGrpSpPr/>
          <p:nvPr/>
        </p:nvGrpSpPr>
        <p:grpSpPr>
          <a:xfrm>
            <a:off x="4266990" y="3527164"/>
            <a:ext cx="1341471" cy="502197"/>
            <a:chOff x="1422270" y="3822975"/>
            <a:chExt cx="1443218" cy="502197"/>
          </a:xfrm>
        </p:grpSpPr>
        <p:cxnSp>
          <p:nvCxnSpPr>
            <p:cNvPr id="833" name="Google Shape;833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4" name="Google Shape;834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5" name="Google Shape;835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6" name="Google Shape;836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7" name="Google Shape;837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38" name="Google Shape;838;p49"/>
          <p:cNvSpPr/>
          <p:nvPr/>
        </p:nvSpPr>
        <p:spPr>
          <a:xfrm>
            <a:off x="5238090" y="3716571"/>
            <a:ext cx="66087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49"/>
          <p:cNvCxnSpPr/>
          <p:nvPr/>
        </p:nvCxnSpPr>
        <p:spPr>
          <a:xfrm>
            <a:off x="4082192" y="4358033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0" name="Google Shape;840;p49"/>
          <p:cNvGrpSpPr/>
          <p:nvPr/>
        </p:nvGrpSpPr>
        <p:grpSpPr>
          <a:xfrm>
            <a:off x="4275282" y="4098997"/>
            <a:ext cx="1341471" cy="502197"/>
            <a:chOff x="1422270" y="3822975"/>
            <a:chExt cx="1443218" cy="502197"/>
          </a:xfrm>
        </p:grpSpPr>
        <p:cxnSp>
          <p:nvCxnSpPr>
            <p:cNvPr id="841" name="Google Shape;841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2" name="Google Shape;842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3" name="Google Shape;843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4" name="Google Shape;844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5" name="Google Shape;845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6" name="Google Shape;846;p49"/>
          <p:cNvSpPr/>
          <p:nvPr/>
        </p:nvSpPr>
        <p:spPr>
          <a:xfrm>
            <a:off x="5246382" y="4288404"/>
            <a:ext cx="66000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49"/>
          <p:cNvCxnSpPr/>
          <p:nvPr/>
        </p:nvCxnSpPr>
        <p:spPr>
          <a:xfrm rot="10800000">
            <a:off x="4270831" y="4196357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8" name="Google Shape;848;p49"/>
          <p:cNvGrpSpPr/>
          <p:nvPr/>
        </p:nvGrpSpPr>
        <p:grpSpPr>
          <a:xfrm>
            <a:off x="5587965" y="3812844"/>
            <a:ext cx="1562918" cy="502197"/>
            <a:chOff x="6752082" y="890450"/>
            <a:chExt cx="1562918" cy="502197"/>
          </a:xfrm>
        </p:grpSpPr>
        <p:grpSp>
          <p:nvGrpSpPr>
            <p:cNvPr id="849" name="Google Shape;84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50" name="Google Shape;85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1" name="Google Shape;85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2" name="Google Shape;85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3" name="Google Shape;85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4" name="Google Shape;85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55" name="Google Shape;85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49"/>
          <p:cNvGrpSpPr/>
          <p:nvPr/>
        </p:nvGrpSpPr>
        <p:grpSpPr>
          <a:xfrm>
            <a:off x="1434446" y="3776776"/>
            <a:ext cx="1562836" cy="462576"/>
            <a:chOff x="1752600" y="519953"/>
            <a:chExt cx="1573853" cy="528900"/>
          </a:xfrm>
        </p:grpSpPr>
        <p:sp>
          <p:nvSpPr>
            <p:cNvPr id="857" name="Google Shape;857;p49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8" name="Google Shape;858;p49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9" name="Google Shape;859;p49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0" name="Google Shape;860;p49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61" name="Google Shape;861;p49"/>
          <p:cNvSpPr txBox="1"/>
          <p:nvPr/>
        </p:nvSpPr>
        <p:spPr>
          <a:xfrm>
            <a:off x="1099527" y="371156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49"/>
          <p:cNvSpPr txBox="1"/>
          <p:nvPr/>
        </p:nvSpPr>
        <p:spPr>
          <a:xfrm>
            <a:off x="1109359" y="39316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49"/>
          <p:cNvSpPr txBox="1"/>
          <p:nvPr/>
        </p:nvSpPr>
        <p:spPr>
          <a:xfrm>
            <a:off x="3007906" y="38479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9" name="Google Shape;869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0" name="Google Shape;870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3" name="Google Shape;8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5" name="Google Shape;875;p50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AND, OR, NOT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50"/>
          <p:cNvGrpSpPr/>
          <p:nvPr/>
        </p:nvGrpSpPr>
        <p:grpSpPr>
          <a:xfrm>
            <a:off x="3433657" y="3908432"/>
            <a:ext cx="1357763" cy="517952"/>
            <a:chOff x="1752600" y="519953"/>
            <a:chExt cx="1573853" cy="528900"/>
          </a:xfrm>
        </p:grpSpPr>
        <p:sp>
          <p:nvSpPr>
            <p:cNvPr id="880" name="Google Shape;88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" name="Google Shape;88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2" name="Google Shape;88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3" name="Google Shape;88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84" name="Google Shape;884;p50"/>
          <p:cNvCxnSpPr/>
          <p:nvPr/>
        </p:nvCxnSpPr>
        <p:spPr>
          <a:xfrm>
            <a:off x="1359003" y="4261102"/>
            <a:ext cx="2074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50"/>
          <p:cNvCxnSpPr/>
          <p:nvPr/>
        </p:nvCxnSpPr>
        <p:spPr>
          <a:xfrm flipH="1" rot="10800000">
            <a:off x="4770898" y="4160005"/>
            <a:ext cx="18696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6" name="Google Shape;886;p50"/>
          <p:cNvCxnSpPr/>
          <p:nvPr/>
        </p:nvCxnSpPr>
        <p:spPr>
          <a:xfrm>
            <a:off x="884957" y="1936572"/>
            <a:ext cx="78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50"/>
          <p:cNvCxnSpPr/>
          <p:nvPr/>
        </p:nvCxnSpPr>
        <p:spPr>
          <a:xfrm>
            <a:off x="1342020" y="1936572"/>
            <a:ext cx="24000" cy="272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1799081" y="1936572"/>
            <a:ext cx="123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2256143" y="1936572"/>
            <a:ext cx="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0" name="Google Shape;890;p50"/>
          <p:cNvSpPr txBox="1"/>
          <p:nvPr/>
        </p:nvSpPr>
        <p:spPr>
          <a:xfrm>
            <a:off x="707211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50"/>
          <p:cNvSpPr txBox="1"/>
          <p:nvPr/>
        </p:nvSpPr>
        <p:spPr>
          <a:xfrm>
            <a:off x="1175455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50"/>
          <p:cNvSpPr txBox="1"/>
          <p:nvPr/>
        </p:nvSpPr>
        <p:spPr>
          <a:xfrm>
            <a:off x="1635357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2095949" y="1574900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50"/>
          <p:cNvGrpSpPr/>
          <p:nvPr/>
        </p:nvGrpSpPr>
        <p:grpSpPr>
          <a:xfrm>
            <a:off x="2662063" y="1993653"/>
            <a:ext cx="1357763" cy="517952"/>
            <a:chOff x="1752600" y="519953"/>
            <a:chExt cx="1573853" cy="528900"/>
          </a:xfrm>
        </p:grpSpPr>
        <p:sp>
          <p:nvSpPr>
            <p:cNvPr id="895" name="Google Shape;895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6" name="Google Shape;896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7" name="Google Shape;897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8" name="Google Shape;898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99" name="Google Shape;899;p50"/>
          <p:cNvCxnSpPr/>
          <p:nvPr/>
        </p:nvCxnSpPr>
        <p:spPr>
          <a:xfrm>
            <a:off x="1802588" y="2143679"/>
            <a:ext cx="8748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0" name="Google Shape;900;p50"/>
          <p:cNvCxnSpPr/>
          <p:nvPr/>
        </p:nvCxnSpPr>
        <p:spPr>
          <a:xfrm>
            <a:off x="2254739" y="2346322"/>
            <a:ext cx="56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1" name="Google Shape;901;p50"/>
          <p:cNvSpPr txBox="1"/>
          <p:nvPr/>
        </p:nvSpPr>
        <p:spPr>
          <a:xfrm>
            <a:off x="3310281" y="1707975"/>
            <a:ext cx="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50"/>
          <p:cNvGrpSpPr/>
          <p:nvPr/>
        </p:nvGrpSpPr>
        <p:grpSpPr>
          <a:xfrm>
            <a:off x="4005781" y="2076717"/>
            <a:ext cx="1276113" cy="755554"/>
            <a:chOff x="1841149" y="2819119"/>
            <a:chExt cx="1479208" cy="771525"/>
          </a:xfrm>
        </p:grpSpPr>
        <p:pic>
          <p:nvPicPr>
            <p:cNvPr id="903" name="Google Shape;90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4" name="Google Shape;904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5" name="Google Shape;905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6" name="Google Shape;906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7" name="Google Shape;907;p50"/>
          <p:cNvCxnSpPr/>
          <p:nvPr/>
        </p:nvCxnSpPr>
        <p:spPr>
          <a:xfrm flipH="1" rot="10800000">
            <a:off x="1345306" y="2640146"/>
            <a:ext cx="26748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8" name="Google Shape;908;p50"/>
          <p:cNvSpPr txBox="1"/>
          <p:nvPr/>
        </p:nvSpPr>
        <p:spPr>
          <a:xfrm>
            <a:off x="4275730" y="1711700"/>
            <a:ext cx="12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B+CD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9" name="Google Shape;909;p50"/>
          <p:cNvGrpSpPr/>
          <p:nvPr/>
        </p:nvGrpSpPr>
        <p:grpSpPr>
          <a:xfrm>
            <a:off x="5282092" y="2679576"/>
            <a:ext cx="1357763" cy="517952"/>
            <a:chOff x="1752600" y="519953"/>
            <a:chExt cx="1573853" cy="528900"/>
          </a:xfrm>
        </p:grpSpPr>
        <p:sp>
          <p:nvSpPr>
            <p:cNvPr id="910" name="Google Shape;91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1" name="Google Shape;91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2" name="Google Shape;91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3" name="Google Shape;91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14" name="Google Shape;914;p50"/>
          <p:cNvCxnSpPr/>
          <p:nvPr/>
        </p:nvCxnSpPr>
        <p:spPr>
          <a:xfrm>
            <a:off x="892846" y="3033489"/>
            <a:ext cx="439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50"/>
          <p:cNvCxnSpPr/>
          <p:nvPr/>
        </p:nvCxnSpPr>
        <p:spPr>
          <a:xfrm>
            <a:off x="5285481" y="2427022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/>
        </p:nvSpPr>
        <p:spPr>
          <a:xfrm>
            <a:off x="5286049" y="2362175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50"/>
          <p:cNvCxnSpPr/>
          <p:nvPr/>
        </p:nvCxnSpPr>
        <p:spPr>
          <a:xfrm>
            <a:off x="1815363" y="3654307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8" name="Google Shape;918;p50"/>
          <p:cNvSpPr txBox="1"/>
          <p:nvPr/>
        </p:nvSpPr>
        <p:spPr>
          <a:xfrm>
            <a:off x="3024542" y="3137122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>
            <a:off x="3440331" y="3650776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p50"/>
          <p:cNvSpPr txBox="1"/>
          <p:nvPr/>
        </p:nvSpPr>
        <p:spPr>
          <a:xfrm>
            <a:off x="3894394" y="3621164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50"/>
          <p:cNvGrpSpPr/>
          <p:nvPr/>
        </p:nvGrpSpPr>
        <p:grpSpPr>
          <a:xfrm>
            <a:off x="6636949" y="3596313"/>
            <a:ext cx="1633637" cy="755554"/>
            <a:chOff x="1841149" y="2819119"/>
            <a:chExt cx="1479208" cy="771525"/>
          </a:xfrm>
        </p:grpSpPr>
        <p:pic>
          <p:nvPicPr>
            <p:cNvPr id="922" name="Google Shape;92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3" name="Google Shape;923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4" name="Google Shape;924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5" name="Google Shape;925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6" name="Google Shape;926;p50"/>
          <p:cNvCxnSpPr/>
          <p:nvPr/>
        </p:nvCxnSpPr>
        <p:spPr>
          <a:xfrm>
            <a:off x="6639498" y="2940750"/>
            <a:ext cx="0" cy="8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7" name="Google Shape;927;p50"/>
          <p:cNvSpPr txBox="1"/>
          <p:nvPr/>
        </p:nvSpPr>
        <p:spPr>
          <a:xfrm>
            <a:off x="6858007" y="3158125"/>
            <a:ext cx="20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A(B+CD)+BC’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50"/>
          <p:cNvGrpSpPr/>
          <p:nvPr/>
        </p:nvGrpSpPr>
        <p:grpSpPr>
          <a:xfrm>
            <a:off x="2661890" y="3421827"/>
            <a:ext cx="778230" cy="471660"/>
            <a:chOff x="4776493" y="2622641"/>
            <a:chExt cx="902086" cy="481630"/>
          </a:xfrm>
        </p:grpSpPr>
        <p:sp>
          <p:nvSpPr>
            <p:cNvPr id="929" name="Google Shape;929;p50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0" name="Google Shape;930;p50"/>
            <p:cNvCxnSpPr/>
            <p:nvPr/>
          </p:nvCxnSpPr>
          <p:spPr>
            <a:xfrm>
              <a:off x="4776493" y="2859891"/>
              <a:ext cx="303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1" name="Google Shape;931;p50"/>
            <p:cNvCxnSpPr/>
            <p:nvPr/>
          </p:nvCxnSpPr>
          <p:spPr>
            <a:xfrm>
              <a:off x="5452979" y="2859891"/>
              <a:ext cx="225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2" name="Google Shape;932;p50"/>
            <p:cNvSpPr/>
            <p:nvPr/>
          </p:nvSpPr>
          <p:spPr>
            <a:xfrm>
              <a:off x="5397020" y="2834716"/>
              <a:ext cx="52800" cy="57600"/>
            </a:xfrm>
            <a:prstGeom prst="flowChartConnector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40" name="Google Shape;940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41" name="Google Shape;941;p51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NAND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3" name="Google Shape;943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Use NAND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51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5" name="Google Shape;955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56" name="Google Shape;956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59" name="Google Shape;9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1" name="Google Shape;961;p52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NAND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5" name="Google Shape;965;p52"/>
          <p:cNvCxnSpPr/>
          <p:nvPr/>
        </p:nvCxnSpPr>
        <p:spPr>
          <a:xfrm>
            <a:off x="386627" y="1953122"/>
            <a:ext cx="69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52"/>
          <p:cNvCxnSpPr/>
          <p:nvPr/>
        </p:nvCxnSpPr>
        <p:spPr>
          <a:xfrm>
            <a:off x="783955" y="1953122"/>
            <a:ext cx="21000" cy="27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52"/>
          <p:cNvCxnSpPr/>
          <p:nvPr/>
        </p:nvCxnSpPr>
        <p:spPr>
          <a:xfrm>
            <a:off x="1181281" y="1953122"/>
            <a:ext cx="108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52"/>
          <p:cNvCxnSpPr/>
          <p:nvPr/>
        </p:nvCxnSpPr>
        <p:spPr>
          <a:xfrm>
            <a:off x="1578608" y="1953122"/>
            <a:ext cx="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9" name="Google Shape;969;p52"/>
          <p:cNvSpPr txBox="1"/>
          <p:nvPr/>
        </p:nvSpPr>
        <p:spPr>
          <a:xfrm>
            <a:off x="255182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0" name="Google Shape;970;p52"/>
          <p:cNvSpPr txBox="1"/>
          <p:nvPr/>
        </p:nvSpPr>
        <p:spPr>
          <a:xfrm>
            <a:off x="650134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71" name="Google Shape;971;p52"/>
          <p:cNvSpPr txBox="1"/>
          <p:nvPr/>
        </p:nvSpPr>
        <p:spPr>
          <a:xfrm>
            <a:off x="1045085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72" name="Google Shape;972;p52"/>
          <p:cNvSpPr txBox="1"/>
          <p:nvPr/>
        </p:nvSpPr>
        <p:spPr>
          <a:xfrm>
            <a:off x="1440037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973" name="Google Shape;973;p52"/>
          <p:cNvGrpSpPr/>
          <p:nvPr/>
        </p:nvGrpSpPr>
        <p:grpSpPr>
          <a:xfrm>
            <a:off x="7264464" y="1451675"/>
            <a:ext cx="1428874" cy="393518"/>
            <a:chOff x="1330057" y="4599501"/>
            <a:chExt cx="1905165" cy="393518"/>
          </a:xfrm>
        </p:grpSpPr>
        <p:sp>
          <p:nvSpPr>
            <p:cNvPr id="974" name="Google Shape;974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5" name="Google Shape;975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8" name="Google Shape;978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0" name="Google Shape;980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" name="Google Shape;982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3" name="Google Shape;983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4" name="Google Shape;984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5" name="Google Shape;985;p52"/>
          <p:cNvGrpSpPr/>
          <p:nvPr/>
        </p:nvGrpSpPr>
        <p:grpSpPr>
          <a:xfrm>
            <a:off x="4790177" y="3623318"/>
            <a:ext cx="1651246" cy="922351"/>
            <a:chOff x="756991" y="4780337"/>
            <a:chExt cx="2201661" cy="922351"/>
          </a:xfrm>
        </p:grpSpPr>
        <p:grpSp>
          <p:nvGrpSpPr>
            <p:cNvPr id="986" name="Google Shape;986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987" name="Google Shape;98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8" name="Google Shape;98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9" name="Google Shape;98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2" name="Google Shape;99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3" name="Google Shape;99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4" name="Google Shape;994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995" name="Google Shape;99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6" name="Google Shape;99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7" name="Google Shape;99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0" name="Google Shape;100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1" name="Google Shape;100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2" name="Google Shape;1002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03" name="Google Shape;1003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4" name="Google Shape;1004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7" name="Google Shape;1007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08" name="Google Shape;1008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9" name="Google Shape;1009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52"/>
          <p:cNvGrpSpPr/>
          <p:nvPr/>
        </p:nvGrpSpPr>
        <p:grpSpPr>
          <a:xfrm>
            <a:off x="7269019" y="664235"/>
            <a:ext cx="938750" cy="386100"/>
            <a:chOff x="3888555" y="4862484"/>
            <a:chExt cx="1251667" cy="386100"/>
          </a:xfrm>
        </p:grpSpPr>
        <p:cxnSp>
          <p:nvCxnSpPr>
            <p:cNvPr id="1011" name="Google Shape;1011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2" name="Google Shape;1012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3" name="Google Shape;1013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4" name="Google Shape;1014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5" name="Google Shape;1015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6" name="Google Shape;1016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7" name="Google Shape;1017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8" name="Google Shape;1018;p52"/>
          <p:cNvGrpSpPr/>
          <p:nvPr/>
        </p:nvGrpSpPr>
        <p:grpSpPr>
          <a:xfrm>
            <a:off x="1717179" y="2074632"/>
            <a:ext cx="1428874" cy="393518"/>
            <a:chOff x="1330057" y="4599501"/>
            <a:chExt cx="1905165" cy="393518"/>
          </a:xfrm>
        </p:grpSpPr>
        <p:sp>
          <p:nvSpPr>
            <p:cNvPr id="1019" name="Google Shape;1019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0" name="Google Shape;1020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1" name="Google Shape;1021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3" name="Google Shape;1023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5" name="Google Shape;1025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6" name="Google Shape;1026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8" name="Google Shape;1028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9" name="Google Shape;1029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30" name="Google Shape;1030;p52"/>
          <p:cNvCxnSpPr/>
          <p:nvPr/>
        </p:nvCxnSpPr>
        <p:spPr>
          <a:xfrm>
            <a:off x="1184508" y="2187372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1" name="Google Shape;1031;p52"/>
          <p:cNvCxnSpPr/>
          <p:nvPr/>
        </p:nvCxnSpPr>
        <p:spPr>
          <a:xfrm flipH="1" rot="10800000">
            <a:off x="1578608" y="2337657"/>
            <a:ext cx="165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2" name="Google Shape;1032;p52"/>
          <p:cNvSpPr txBox="1"/>
          <p:nvPr/>
        </p:nvSpPr>
        <p:spPr>
          <a:xfrm>
            <a:off x="2876220" y="19058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33" name="Google Shape;1033;p52"/>
          <p:cNvGrpSpPr/>
          <p:nvPr/>
        </p:nvGrpSpPr>
        <p:grpSpPr>
          <a:xfrm>
            <a:off x="3136843" y="2087925"/>
            <a:ext cx="1651246" cy="922351"/>
            <a:chOff x="756991" y="4780337"/>
            <a:chExt cx="2201661" cy="922351"/>
          </a:xfrm>
        </p:grpSpPr>
        <p:grpSp>
          <p:nvGrpSpPr>
            <p:cNvPr id="1034" name="Google Shape;1034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035" name="Google Shape;103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6" name="Google Shape;103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7" name="Google Shape;103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8" name="Google Shape;103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9" name="Google Shape;103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0" name="Google Shape;104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1" name="Google Shape;104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42" name="Google Shape;1042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043" name="Google Shape;104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4" name="Google Shape;104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5" name="Google Shape;104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6" name="Google Shape;104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8" name="Google Shape;104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9" name="Google Shape;104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0" name="Google Shape;1050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51" name="Google Shape;1051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2" name="Google Shape;1052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3" name="Google Shape;1053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4" name="Google Shape;1054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5" name="Google Shape;1055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6" name="Google Shape;1056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7" name="Google Shape;1057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58" name="Google Shape;1058;p52"/>
          <p:cNvCxnSpPr/>
          <p:nvPr/>
        </p:nvCxnSpPr>
        <p:spPr>
          <a:xfrm flipH="1" rot="10800000">
            <a:off x="794460" y="2809758"/>
            <a:ext cx="236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9" name="Google Shape;1059;p52"/>
          <p:cNvSpPr txBox="1"/>
          <p:nvPr/>
        </p:nvSpPr>
        <p:spPr>
          <a:xfrm>
            <a:off x="4492551" y="22420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060" name="Google Shape;1060;p52"/>
          <p:cNvGrpSpPr/>
          <p:nvPr/>
        </p:nvGrpSpPr>
        <p:grpSpPr>
          <a:xfrm>
            <a:off x="3361145" y="3315227"/>
            <a:ext cx="1428874" cy="393518"/>
            <a:chOff x="1330057" y="4599501"/>
            <a:chExt cx="1905165" cy="393518"/>
          </a:xfrm>
        </p:grpSpPr>
        <p:sp>
          <p:nvSpPr>
            <p:cNvPr id="1061" name="Google Shape;1061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2" name="Google Shape;1062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5" name="Google Shape;1065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7" name="Google Shape;1067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9" name="Google Shape;1069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0" name="Google Shape;1070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1" name="Google Shape;1071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72" name="Google Shape;1072;p52"/>
          <p:cNvCxnSpPr/>
          <p:nvPr/>
        </p:nvCxnSpPr>
        <p:spPr>
          <a:xfrm flipH="1" rot="10800000">
            <a:off x="393485" y="3578096"/>
            <a:ext cx="30309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3" name="Google Shape;1073;p52"/>
          <p:cNvCxnSpPr/>
          <p:nvPr/>
        </p:nvCxnSpPr>
        <p:spPr>
          <a:xfrm>
            <a:off x="4788065" y="2553139"/>
            <a:ext cx="0" cy="56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4" name="Google Shape;1074;p52"/>
          <p:cNvCxnSpPr/>
          <p:nvPr/>
        </p:nvCxnSpPr>
        <p:spPr>
          <a:xfrm>
            <a:off x="3361145" y="3117830"/>
            <a:ext cx="142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52"/>
          <p:cNvCxnSpPr/>
          <p:nvPr/>
        </p:nvCxnSpPr>
        <p:spPr>
          <a:xfrm>
            <a:off x="3361145" y="3117830"/>
            <a:ext cx="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6" name="Google Shape;1076;p52"/>
          <p:cNvSpPr txBox="1"/>
          <p:nvPr/>
        </p:nvSpPr>
        <p:spPr>
          <a:xfrm>
            <a:off x="4512848" y="31738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077" name="Google Shape;1077;p52"/>
          <p:cNvGrpSpPr/>
          <p:nvPr/>
        </p:nvGrpSpPr>
        <p:grpSpPr>
          <a:xfrm>
            <a:off x="1670542" y="3776975"/>
            <a:ext cx="938750" cy="386100"/>
            <a:chOff x="3888555" y="4862484"/>
            <a:chExt cx="1251667" cy="386100"/>
          </a:xfrm>
        </p:grpSpPr>
        <p:cxnSp>
          <p:nvCxnSpPr>
            <p:cNvPr id="1078" name="Google Shape;1078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9" name="Google Shape;1079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0" name="Google Shape;1080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1" name="Google Shape;1081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2" name="Google Shape;1082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3" name="Google Shape;1083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4" name="Google Shape;1084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85" name="Google Shape;1085;p52"/>
          <p:cNvCxnSpPr/>
          <p:nvPr/>
        </p:nvCxnSpPr>
        <p:spPr>
          <a:xfrm flipH="1" rot="10800000">
            <a:off x="1186704" y="3962856"/>
            <a:ext cx="5217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6" name="Google Shape;1086;p52"/>
          <p:cNvGrpSpPr/>
          <p:nvPr/>
        </p:nvGrpSpPr>
        <p:grpSpPr>
          <a:xfrm>
            <a:off x="2609268" y="4148341"/>
            <a:ext cx="1428874" cy="393518"/>
            <a:chOff x="1330057" y="4599501"/>
            <a:chExt cx="1905165" cy="393518"/>
          </a:xfrm>
        </p:grpSpPr>
        <p:sp>
          <p:nvSpPr>
            <p:cNvPr id="1087" name="Google Shape;1087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8" name="Google Shape;1088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1" name="Google Shape;1091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3" name="Google Shape;1093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5" name="Google Shape;1095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6" name="Google Shape;1096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7" name="Google Shape;1097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98" name="Google Shape;1098;p52"/>
          <p:cNvCxnSpPr/>
          <p:nvPr/>
        </p:nvCxnSpPr>
        <p:spPr>
          <a:xfrm>
            <a:off x="804965" y="4411292"/>
            <a:ext cx="1821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9" name="Google Shape;1099;p52"/>
          <p:cNvCxnSpPr/>
          <p:nvPr/>
        </p:nvCxnSpPr>
        <p:spPr>
          <a:xfrm>
            <a:off x="2609268" y="3970702"/>
            <a:ext cx="0" cy="29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0" name="Google Shape;1100;p52"/>
          <p:cNvSpPr txBox="1"/>
          <p:nvPr/>
        </p:nvSpPr>
        <p:spPr>
          <a:xfrm>
            <a:off x="3779152" y="39975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01" name="Google Shape;1101;p52"/>
          <p:cNvGrpSpPr/>
          <p:nvPr/>
        </p:nvGrpSpPr>
        <p:grpSpPr>
          <a:xfrm>
            <a:off x="7379729" y="2309482"/>
            <a:ext cx="1651246" cy="922351"/>
            <a:chOff x="756991" y="4780337"/>
            <a:chExt cx="2201661" cy="922351"/>
          </a:xfrm>
        </p:grpSpPr>
        <p:grpSp>
          <p:nvGrpSpPr>
            <p:cNvPr id="1102" name="Google Shape;1102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103" name="Google Shape;110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4" name="Google Shape;110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5" name="Google Shape;110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6" name="Google Shape;110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7" name="Google Shape;110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8" name="Google Shape;110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9" name="Google Shape;110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0" name="Google Shape;1110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111" name="Google Shape;1111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2" name="Google Shape;1112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3" name="Google Shape;1113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4" name="Google Shape;1114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5" name="Google Shape;1115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6" name="Google Shape;1116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7" name="Google Shape;1117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8" name="Google Shape;1118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119" name="Google Shape;1119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0" name="Google Shape;1120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2" name="Google Shape;1122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3" name="Google Shape;1123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24" name="Google Shape;1124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5" name="Google Shape;1125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26" name="Google Shape;1126;p52"/>
          <p:cNvCxnSpPr/>
          <p:nvPr/>
        </p:nvCxnSpPr>
        <p:spPr>
          <a:xfrm flipH="1" rot="10800000">
            <a:off x="4023686" y="4345240"/>
            <a:ext cx="798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7" name="Google Shape;1127;p52"/>
          <p:cNvCxnSpPr/>
          <p:nvPr/>
        </p:nvCxnSpPr>
        <p:spPr>
          <a:xfrm>
            <a:off x="4788065" y="3515928"/>
            <a:ext cx="0" cy="29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8" name="Google Shape;1128;p52"/>
          <p:cNvSpPr txBox="1"/>
          <p:nvPr/>
        </p:nvSpPr>
        <p:spPr>
          <a:xfrm>
            <a:off x="6202100" y="36468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2"/>
          <p:cNvSpPr txBox="1"/>
          <p:nvPr/>
        </p:nvSpPr>
        <p:spPr>
          <a:xfrm>
            <a:off x="6971175" y="5837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2"/>
          <p:cNvSpPr txBox="1"/>
          <p:nvPr/>
        </p:nvSpPr>
        <p:spPr>
          <a:xfrm>
            <a:off x="8171625" y="6227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2"/>
          <p:cNvSpPr txBox="1"/>
          <p:nvPr/>
        </p:nvSpPr>
        <p:spPr>
          <a:xfrm>
            <a:off x="6944000" y="12647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2"/>
          <p:cNvSpPr txBox="1"/>
          <p:nvPr/>
        </p:nvSpPr>
        <p:spPr>
          <a:xfrm>
            <a:off x="6944000" y="15020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2"/>
          <p:cNvSpPr txBox="1"/>
          <p:nvPr/>
        </p:nvSpPr>
        <p:spPr>
          <a:xfrm>
            <a:off x="8457500" y="12541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2"/>
          <p:cNvSpPr txBox="1"/>
          <p:nvPr/>
        </p:nvSpPr>
        <p:spPr>
          <a:xfrm>
            <a:off x="7070175" y="27455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7036600" y="22696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8457500" y="21805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2" name="Google Shape;11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4" name="Google Shape;1144;p53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145" name="Google Shape;1145;p53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NOR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47" name="Google Shape;1147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0" name="Google Shape;1150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53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60" name="Google Shape;1160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3" name="Google Shape;11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5" name="Google Shape;1165;p54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54"/>
          <p:cNvCxnSpPr/>
          <p:nvPr/>
        </p:nvCxnSpPr>
        <p:spPr>
          <a:xfrm>
            <a:off x="628565" y="16879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0" name="Google Shape;1170;p54"/>
          <p:cNvCxnSpPr/>
          <p:nvPr/>
        </p:nvCxnSpPr>
        <p:spPr>
          <a:xfrm>
            <a:off x="1066230" y="16879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54"/>
          <p:cNvCxnSpPr/>
          <p:nvPr/>
        </p:nvCxnSpPr>
        <p:spPr>
          <a:xfrm>
            <a:off x="1503894" y="16879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941559" y="16879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3" name="Google Shape;1173;p54"/>
          <p:cNvSpPr txBox="1"/>
          <p:nvPr/>
        </p:nvSpPr>
        <p:spPr>
          <a:xfrm>
            <a:off x="483775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74" name="Google Shape;1174;p54"/>
          <p:cNvSpPr txBox="1"/>
          <p:nvPr/>
        </p:nvSpPr>
        <p:spPr>
          <a:xfrm>
            <a:off x="918823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5" name="Google Shape;1175;p54"/>
          <p:cNvSpPr txBox="1"/>
          <p:nvPr/>
        </p:nvSpPr>
        <p:spPr>
          <a:xfrm>
            <a:off x="1353872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1788920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177" name="Google Shape;1177;p54"/>
          <p:cNvGrpSpPr/>
          <p:nvPr/>
        </p:nvGrpSpPr>
        <p:grpSpPr>
          <a:xfrm>
            <a:off x="7385230" y="461865"/>
            <a:ext cx="771913" cy="367959"/>
            <a:chOff x="9846973" y="1604865"/>
            <a:chExt cx="1029217" cy="367959"/>
          </a:xfrm>
        </p:grpSpPr>
        <p:cxnSp>
          <p:nvCxnSpPr>
            <p:cNvPr id="1178" name="Google Shape;1178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79" name="Google Shape;1179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0" name="Google Shape;1180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81" name="Google Shape;1181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2" name="Google Shape;1182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3" name="Google Shape;1183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4" name="Google Shape;1184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5" name="Google Shape;1185;p54"/>
          <p:cNvGrpSpPr/>
          <p:nvPr/>
        </p:nvGrpSpPr>
        <p:grpSpPr>
          <a:xfrm>
            <a:off x="7385230" y="1158914"/>
            <a:ext cx="1141860" cy="375415"/>
            <a:chOff x="9846973" y="2301914"/>
            <a:chExt cx="1522480" cy="375415"/>
          </a:xfrm>
        </p:grpSpPr>
        <p:grpSp>
          <p:nvGrpSpPr>
            <p:cNvPr id="1186" name="Google Shape;1186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187" name="Google Shape;118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88" name="Google Shape;118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9" name="Google Shape;118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0" name="Google Shape;119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1" name="Google Shape;119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92" name="Google Shape;1192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193" name="Google Shape;119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94" name="Google Shape;119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5" name="Google Shape;119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6" name="Google Shape;119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7" name="Google Shape;119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8" name="Google Shape;119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9" name="Google Shape;119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00" name="Google Shape;1200;p54"/>
          <p:cNvGrpSpPr/>
          <p:nvPr/>
        </p:nvGrpSpPr>
        <p:grpSpPr>
          <a:xfrm>
            <a:off x="2150239" y="1686306"/>
            <a:ext cx="1450325" cy="939915"/>
            <a:chOff x="9871726" y="2987797"/>
            <a:chExt cx="1755416" cy="848758"/>
          </a:xfrm>
        </p:grpSpPr>
        <p:grpSp>
          <p:nvGrpSpPr>
            <p:cNvPr id="1201" name="Google Shape;1201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02" name="Google Shape;1202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03" name="Google Shape;120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4" name="Google Shape;1204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05" name="Google Shape;1205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06" name="Google Shape;1206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7" name="Google Shape;1207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8" name="Google Shape;1208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09" name="Google Shape;1209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10" name="Google Shape;1210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11" name="Google Shape;1211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2" name="Google Shape;1212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13" name="Google Shape;1213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14" name="Google Shape;1214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5" name="Google Shape;1215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6" name="Google Shape;1216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7" name="Google Shape;1217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18" name="Google Shape;121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19" name="Google Shape;121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20" name="Google Shape;122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1" name="Google Shape;122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2" name="Google Shape;122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23" name="Google Shape;1223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5" name="Google Shape;1225;p54"/>
          <p:cNvGrpSpPr/>
          <p:nvPr/>
        </p:nvGrpSpPr>
        <p:grpSpPr>
          <a:xfrm>
            <a:off x="4853356" y="2710655"/>
            <a:ext cx="1450325" cy="939915"/>
            <a:chOff x="9871726" y="2987797"/>
            <a:chExt cx="1755416" cy="848758"/>
          </a:xfrm>
        </p:grpSpPr>
        <p:grpSp>
          <p:nvGrpSpPr>
            <p:cNvPr id="1226" name="Google Shape;1226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27" name="Google Shape;1227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28" name="Google Shape;122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9" name="Google Shape;1229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0" name="Google Shape;123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1" name="Google Shape;123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4" name="Google Shape;1234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35" name="Google Shape;123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6" name="Google Shape;123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7" name="Google Shape;123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8" name="Google Shape;123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9" name="Google Shape;123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2" name="Google Shape;1242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43" name="Google Shape;124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44" name="Google Shape;124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5" name="Google Shape;124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48" name="Google Shape;1248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9" name="Google Shape;1249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50" name="Google Shape;1250;p54"/>
          <p:cNvCxnSpPr/>
          <p:nvPr/>
        </p:nvCxnSpPr>
        <p:spPr>
          <a:xfrm>
            <a:off x="1503894" y="1886114"/>
            <a:ext cx="715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1" name="Google Shape;1251;p54"/>
          <p:cNvCxnSpPr/>
          <p:nvPr/>
        </p:nvCxnSpPr>
        <p:spPr>
          <a:xfrm>
            <a:off x="1937763" y="2415646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2" name="Google Shape;1252;p54"/>
          <p:cNvSpPr txBox="1"/>
          <p:nvPr/>
        </p:nvSpPr>
        <p:spPr>
          <a:xfrm>
            <a:off x="3339662" y="17296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253" name="Google Shape;1253;p54"/>
          <p:cNvGrpSpPr/>
          <p:nvPr/>
        </p:nvGrpSpPr>
        <p:grpSpPr>
          <a:xfrm>
            <a:off x="3597387" y="2387035"/>
            <a:ext cx="1257873" cy="415734"/>
            <a:chOff x="9846973" y="2301914"/>
            <a:chExt cx="1522480" cy="375415"/>
          </a:xfrm>
        </p:grpSpPr>
        <p:grpSp>
          <p:nvGrpSpPr>
            <p:cNvPr id="1254" name="Google Shape;1254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255" name="Google Shape;125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56" name="Google Shape;125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57" name="Google Shape;125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60" name="Google Shape;1260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261" name="Google Shape;126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62" name="Google Shape;126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3" name="Google Shape;126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64" name="Google Shape;126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65" name="Google Shape;126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268" name="Google Shape;1268;p54"/>
          <p:cNvCxnSpPr/>
          <p:nvPr/>
        </p:nvCxnSpPr>
        <p:spPr>
          <a:xfrm flipH="1" rot="10800000">
            <a:off x="1077802" y="27001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9" name="Google Shape;1269;p54"/>
          <p:cNvCxnSpPr/>
          <p:nvPr/>
        </p:nvCxnSpPr>
        <p:spPr>
          <a:xfrm>
            <a:off x="3599968" y="2127342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0" name="Google Shape;1270;p54"/>
          <p:cNvSpPr txBox="1"/>
          <p:nvPr/>
        </p:nvSpPr>
        <p:spPr>
          <a:xfrm>
            <a:off x="4567853" y="21944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271" name="Google Shape;1271;p54"/>
          <p:cNvGrpSpPr/>
          <p:nvPr/>
        </p:nvGrpSpPr>
        <p:grpSpPr>
          <a:xfrm>
            <a:off x="2981900" y="3548352"/>
            <a:ext cx="1450325" cy="939915"/>
            <a:chOff x="9871726" y="2987797"/>
            <a:chExt cx="1755416" cy="848758"/>
          </a:xfrm>
        </p:grpSpPr>
        <p:grpSp>
          <p:nvGrpSpPr>
            <p:cNvPr id="1272" name="Google Shape;1272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73" name="Google Shape;127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74" name="Google Shape;127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5" name="Google Shape;127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76" name="Google Shape;127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77" name="Google Shape;127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0" name="Google Shape;1280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81" name="Google Shape;128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82" name="Google Shape;128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3" name="Google Shape;128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84" name="Google Shape;128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5" name="Google Shape;128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8" name="Google Shape;1288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89" name="Google Shape;128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90" name="Google Shape;129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91" name="Google Shape;129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4" name="Google Shape;1294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5" name="Google Shape;1295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96" name="Google Shape;1296;p54"/>
          <p:cNvCxnSpPr/>
          <p:nvPr/>
        </p:nvCxnSpPr>
        <p:spPr>
          <a:xfrm>
            <a:off x="4852788" y="2576304"/>
            <a:ext cx="0" cy="33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7" name="Google Shape;1297;p54"/>
          <p:cNvCxnSpPr/>
          <p:nvPr/>
        </p:nvCxnSpPr>
        <p:spPr>
          <a:xfrm flipH="1" rot="10800000">
            <a:off x="636119" y="34416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8" name="Google Shape;1298;p54"/>
          <p:cNvSpPr txBox="1"/>
          <p:nvPr/>
        </p:nvSpPr>
        <p:spPr>
          <a:xfrm>
            <a:off x="6038285" y="27425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299" name="Google Shape;1299;p54"/>
          <p:cNvGrpSpPr/>
          <p:nvPr/>
        </p:nvGrpSpPr>
        <p:grpSpPr>
          <a:xfrm>
            <a:off x="2153384" y="3559747"/>
            <a:ext cx="850339" cy="407478"/>
            <a:chOff x="9846973" y="1604865"/>
            <a:chExt cx="1029217" cy="367959"/>
          </a:xfrm>
        </p:grpSpPr>
        <p:cxnSp>
          <p:nvCxnSpPr>
            <p:cNvPr id="1300" name="Google Shape;1300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1" name="Google Shape;1301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2" name="Google Shape;1302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303" name="Google Shape;130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4" name="Google Shape;1304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5" name="Google Shape;1305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6" name="Google Shape;1306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07" name="Google Shape;1307;p54"/>
          <p:cNvCxnSpPr/>
          <p:nvPr/>
        </p:nvCxnSpPr>
        <p:spPr>
          <a:xfrm>
            <a:off x="1507042" y="3756158"/>
            <a:ext cx="67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8" name="Google Shape;1308;p54"/>
          <p:cNvSpPr txBox="1"/>
          <p:nvPr/>
        </p:nvSpPr>
        <p:spPr>
          <a:xfrm>
            <a:off x="2755625" y="34061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309" name="Google Shape;1309;p54"/>
          <p:cNvGrpSpPr/>
          <p:nvPr/>
        </p:nvGrpSpPr>
        <p:grpSpPr>
          <a:xfrm>
            <a:off x="7385230" y="1900889"/>
            <a:ext cx="1316562" cy="848758"/>
            <a:chOff x="9871726" y="2987797"/>
            <a:chExt cx="1755416" cy="848758"/>
          </a:xfrm>
        </p:grpSpPr>
        <p:grpSp>
          <p:nvGrpSpPr>
            <p:cNvPr id="1310" name="Google Shape;1310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311" name="Google Shape;131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12" name="Google Shape;131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3" name="Google Shape;131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14" name="Google Shape;131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15" name="Google Shape;131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18" name="Google Shape;1318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319" name="Google Shape;1319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20" name="Google Shape;132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1" name="Google Shape;1321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22" name="Google Shape;132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3" name="Google Shape;132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4" name="Google Shape;132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5" name="Google Shape;132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6" name="Google Shape;1326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327" name="Google Shape;132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28" name="Google Shape;132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9" name="Google Shape;132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0" name="Google Shape;133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1" name="Google Shape;133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2" name="Google Shape;1332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3" name="Google Shape;1333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34" name="Google Shape;1334;p54"/>
          <p:cNvCxnSpPr/>
          <p:nvPr/>
        </p:nvCxnSpPr>
        <p:spPr>
          <a:xfrm>
            <a:off x="1089374" y="4279494"/>
            <a:ext cx="193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5" name="Google Shape;1335;p54"/>
          <p:cNvSpPr txBox="1"/>
          <p:nvPr/>
        </p:nvSpPr>
        <p:spPr>
          <a:xfrm>
            <a:off x="4156224" y="3610650"/>
            <a:ext cx="5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336" name="Google Shape;1336;p54"/>
          <p:cNvGrpSpPr/>
          <p:nvPr/>
        </p:nvGrpSpPr>
        <p:grpSpPr>
          <a:xfrm>
            <a:off x="5108319" y="3922232"/>
            <a:ext cx="1257873" cy="415734"/>
            <a:chOff x="9846973" y="2301914"/>
            <a:chExt cx="1522480" cy="375415"/>
          </a:xfrm>
        </p:grpSpPr>
        <p:grpSp>
          <p:nvGrpSpPr>
            <p:cNvPr id="1337" name="Google Shape;1337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338" name="Google Shape;133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39" name="Google Shape;133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0" name="Google Shape;134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1" name="Google Shape;134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2" name="Google Shape;134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43" name="Google Shape;1343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344" name="Google Shape;1344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45" name="Google Shape;134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6" name="Google Shape;1346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47" name="Google Shape;134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8" name="Google Shape;1348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351" name="Google Shape;1351;p54"/>
          <p:cNvCxnSpPr/>
          <p:nvPr/>
        </p:nvCxnSpPr>
        <p:spPr>
          <a:xfrm>
            <a:off x="4707600" y="4234412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2" name="Google Shape;1352;p54"/>
          <p:cNvCxnSpPr/>
          <p:nvPr/>
        </p:nvCxnSpPr>
        <p:spPr>
          <a:xfrm>
            <a:off x="4431629" y="3989388"/>
            <a:ext cx="27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3" name="Google Shape;1353;p54"/>
          <p:cNvCxnSpPr/>
          <p:nvPr/>
        </p:nvCxnSpPr>
        <p:spPr>
          <a:xfrm>
            <a:off x="4707600" y="3989388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54"/>
          <p:cNvCxnSpPr/>
          <p:nvPr/>
        </p:nvCxnSpPr>
        <p:spPr>
          <a:xfrm flipH="1" rot="10800000">
            <a:off x="5101959" y="37913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54"/>
          <p:cNvCxnSpPr/>
          <p:nvPr/>
        </p:nvCxnSpPr>
        <p:spPr>
          <a:xfrm>
            <a:off x="6305103" y="3147970"/>
            <a:ext cx="0" cy="643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54"/>
          <p:cNvCxnSpPr/>
          <p:nvPr/>
        </p:nvCxnSpPr>
        <p:spPr>
          <a:xfrm>
            <a:off x="5107315" y="3800091"/>
            <a:ext cx="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7" name="Google Shape;1357;p54"/>
          <p:cNvSpPr txBox="1"/>
          <p:nvPr/>
        </p:nvSpPr>
        <p:spPr>
          <a:xfrm>
            <a:off x="6168511" y="37425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358" name="Google Shape;1358;p54"/>
          <p:cNvSpPr txBox="1"/>
          <p:nvPr/>
        </p:nvSpPr>
        <p:spPr>
          <a:xfrm>
            <a:off x="7170906" y="4618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59" name="Google Shape;1359;p54"/>
          <p:cNvSpPr txBox="1"/>
          <p:nvPr/>
        </p:nvSpPr>
        <p:spPr>
          <a:xfrm>
            <a:off x="7110203" y="10540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0" name="Google Shape;1360;p54"/>
          <p:cNvSpPr txBox="1"/>
          <p:nvPr/>
        </p:nvSpPr>
        <p:spPr>
          <a:xfrm>
            <a:off x="7161901" y="18916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1" name="Google Shape;1361;p54"/>
          <p:cNvSpPr txBox="1"/>
          <p:nvPr/>
        </p:nvSpPr>
        <p:spPr>
          <a:xfrm>
            <a:off x="7159250" y="24064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2" name="Google Shape;1362;p54"/>
          <p:cNvSpPr txBox="1"/>
          <p:nvPr/>
        </p:nvSpPr>
        <p:spPr>
          <a:xfrm>
            <a:off x="7103742" y="13061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3" name="Google Shape;1363;p54"/>
          <p:cNvSpPr txBox="1"/>
          <p:nvPr/>
        </p:nvSpPr>
        <p:spPr>
          <a:xfrm>
            <a:off x="8124239" y="4329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364" name="Google Shape;1364;p54"/>
          <p:cNvSpPr txBox="1"/>
          <p:nvPr/>
        </p:nvSpPr>
        <p:spPr>
          <a:xfrm>
            <a:off x="8505863" y="11423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365" name="Google Shape;1365;p54"/>
          <p:cNvSpPr txBox="1"/>
          <p:nvPr/>
        </p:nvSpPr>
        <p:spPr>
          <a:xfrm>
            <a:off x="8668889" y="21102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